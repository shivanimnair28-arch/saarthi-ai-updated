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666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Saarthi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India's Personalized Digital Companion</a:t>
            </a:r>
          </a:p>
          <a:p>
            <a:r>
              <a:t>Empowering Students, Homemakers, Senior Citizens, and Small Business Owners through AI, Digital Literacy, and Scam Protection.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Homemakers struggle to access schemes and digital services</a:t>
            </a:r>
          </a:p>
          <a:p>
            <a:r>
              <a:t>• Small businesses rely on manual tracking systems</a:t>
            </a:r>
          </a:p>
          <a:p>
            <a:r>
              <a:t>• Senior citizens face scams and technology barriers</a:t>
            </a:r>
          </a:p>
          <a:p>
            <a:r>
              <a:t>• Students miss opportunities and personalized guidance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Saarthi?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Existing solutions are fragmented. Saarthi provides ONE AI companion that adapts to different user personas and needs.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One Platform → Four Personas</a:t>
            </a:r>
          </a:p>
          <a:p>
            <a:r>
              <a:t>Amma Saarthi | Sharmaji Saarthi | Senior Saarthi | Student Saarthi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Amma: Govt Schemes, Recipe AI, Grocery AI, Reminder AI, Community Support</a:t>
            </a:r>
          </a:p>
          <a:p>
            <a:r>
              <a:t>Sharmaji: Business Insights, Customer Log, Expense Tracking, Employee Tracking, Family Wellness</a:t>
            </a:r>
          </a:p>
          <a:p>
            <a:r>
              <a:t>Senior: SOS, Medical Reminder, Memory Management, Digital Guide, Benefits Assistant</a:t>
            </a:r>
          </a:p>
          <a:p>
            <a:r>
              <a:t>Student: Productivity Coach, Notes Summarizer, Scholarship Finder, Student Finance, Career Navigator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&amp; Innovation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Personalized Recommendations</a:t>
            </a:r>
          </a:p>
          <a:p>
            <a:r>
              <a:t>Multilingual Support</a:t>
            </a:r>
          </a:p>
          <a:p>
            <a:r>
              <a:t>Voice Assistance</a:t>
            </a:r>
          </a:p>
          <a:p>
            <a:r>
              <a:t>Smart Reminders</a:t>
            </a:r>
          </a:p>
          <a:p>
            <a:r>
              <a:t>Notes Summarization</a:t>
            </a:r>
          </a:p>
          <a:p>
            <a:r>
              <a:t>Opportunity Matching</a:t>
            </a:r>
          </a:p>
          <a:p>
            <a:r>
              <a:t>Digital Literacy + Scam Protection Engine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→ Persona Selection → AI Agent Layer → RAG + Knowledge Base → Database + Notification Engine → Voice &amp; Mobile Interface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Next.js, TailwindCSS</a:t>
            </a:r>
          </a:p>
          <a:p>
            <a:r>
              <a:t>Backend: Node.js, Express.js</a:t>
            </a:r>
          </a:p>
          <a:p>
            <a:r>
              <a:t>Database: PostgreSQL</a:t>
            </a:r>
          </a:p>
          <a:p>
            <a:r>
              <a:t>AI: OpenAI, RAG, Speech-to-Text</a:t>
            </a:r>
          </a:p>
          <a:p>
            <a:r>
              <a:t>Deployment: Vercel, Railway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Amma Saarthi:</a:t>
            </a:r>
          </a:p>
          <a:p>
            <a:r>
              <a:t>Open App → Select Mode → Ask in Local Language → AI Finds Scheme → Eligibility Guidance → Reminder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10,000+ Users</a:t>
            </a:r>
          </a:p>
          <a:p>
            <a:r>
              <a:t>5,000 Students Supported</a:t>
            </a:r>
          </a:p>
          <a:p>
            <a:r>
              <a:t>2,000 Scheme Recommendations</a:t>
            </a:r>
          </a:p>
          <a:p>
            <a:r>
              <a:t>500 SMEs Assisted</a:t>
            </a:r>
          </a:p>
          <a:p>
            <a:r>
              <a:t>1,000 Senior Citizens Benefited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1: MVP</a:t>
            </a:r>
          </a:p>
          <a:p>
            <a:r>
              <a:t>Phase 2: AI Personalization</a:t>
            </a:r>
          </a:p>
          <a:p>
            <a:r>
              <a:t>Phase 3: Pilot Testing</a:t>
            </a:r>
          </a:p>
          <a:p>
            <a:r>
              <a:t>Phase 4: State-wide Expansion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One Platform. Four Personas. Infinite Possibilities.</a:t>
            </a:r>
          </a:p>
          <a:p>
            <a:r>
              <a:t>Mission: Make digital services and opportunities accessible to every Indian citizen through AI.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334</Words>
  <Application>Microsoft Office PowerPoint</Application>
  <PresentationFormat>On-screen Show (4:3)</PresentationFormat>
  <Paragraphs>51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Saarthi AI</vt:lpstr>
      <vt:lpstr>Problem Statement</vt:lpstr>
      <vt:lpstr>Why Saarthi?</vt:lpstr>
      <vt:lpstr>Solution Overview</vt:lpstr>
      <vt:lpstr>Feature Matrix</vt:lpstr>
      <vt:lpstr>AI &amp; Innovation Layer</vt:lpstr>
      <vt:lpstr>System Architecture</vt:lpstr>
      <vt:lpstr>Technology Stack</vt:lpstr>
      <vt:lpstr>User Journey</vt:lpstr>
      <vt:lpstr>Expected Impact</vt:lpstr>
      <vt:lpstr>Roadmap</vt:lpstr>
      <vt:lpstr>Closing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Yash S</cp:lastModifiedBy>
  <cp:revision>1</cp:revision>
  <dcterms:created xsi:type="dcterms:W3CDTF">2013-01-27T09:14:16Z</dcterms:created>
  <dcterms:modified xsi:type="dcterms:W3CDTF">2026-06-18T12:38:34Z</dcterms:modified>
  <cp:category/>
</cp:coreProperties>
</file>